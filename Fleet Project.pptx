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A87796-F20D-4B51-819A-390E058AEAAD}" v="588" dt="2026-10-09T12:28:30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73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C44181-B892-39E7-29EA-A32A095D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21"/>
          <a:stretch>
            <a:fillRect/>
          </a:stretch>
        </p:blipFill>
        <p:spPr>
          <a:xfrm>
            <a:off x="684575" y="685800"/>
            <a:ext cx="108216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9A576-F748-DCEE-585B-9EF6ACDE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4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4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51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 5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6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62D18117-1806-9944-A9BA-98EE23D4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3018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89" name="Group 6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6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75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5B585B-955D-EE6B-1E5F-8E4A2A54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6081853" cy="2129586"/>
          </a:xfrm>
          <a:noFill/>
        </p:spPr>
        <p:txBody>
          <a:bodyPr>
            <a:normAutofit/>
          </a:bodyPr>
          <a:lstStyle/>
          <a:p>
            <a:r>
              <a:rPr lang="pt-BR" sz="4800" b="1" dirty="0" err="1">
                <a:solidFill>
                  <a:schemeClr val="bg1"/>
                </a:solidFill>
              </a:rPr>
              <a:t>Advanced</a:t>
            </a:r>
            <a:r>
              <a:rPr lang="pt-BR" sz="4800" b="1" dirty="0">
                <a:solidFill>
                  <a:schemeClr val="bg1"/>
                </a:solidFill>
              </a:rPr>
              <a:t> Event </a:t>
            </a:r>
            <a:r>
              <a:rPr lang="pt-BR" sz="4800" b="1" dirty="0" err="1">
                <a:solidFill>
                  <a:schemeClr val="bg1"/>
                </a:solidFill>
              </a:rPr>
              <a:t>Mesh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FE10BBC3-A6AA-EA36-FDD4-6212F9C0E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844" y="4018143"/>
            <a:ext cx="4217341" cy="212959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We're going to explore how to send and receive messages from the Advanced Event Mesh queue using our integration flows.</a:t>
            </a:r>
            <a:endParaRPr lang="pt-BR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50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8513C7C-8A7D-7771-F679-881176C1C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5673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DC1D420-C642-68BB-BB9A-D29E2CAD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737148" cy="2129586"/>
          </a:xfrm>
          <a:noFill/>
        </p:spPr>
        <p:txBody>
          <a:bodyPr>
            <a:norm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Open </a:t>
            </a:r>
            <a:r>
              <a:rPr lang="pt-BR" sz="4800" b="1" dirty="0" err="1">
                <a:solidFill>
                  <a:schemeClr val="bg1"/>
                </a:solidFill>
              </a:rPr>
              <a:t>Connectors</a:t>
            </a: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65220FC5-5120-7832-3DF8-8BBDFA059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We'll see how to get our data from the 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Advanced Event Mesh queue, process it, and send it as a message to the Slack platform.</a:t>
            </a:r>
            <a:endParaRPr lang="pt-BR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812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5FFE6-EC5C-0E29-2694-BA137D12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7237B402-F71C-ABBB-4143-041322AE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9328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30F4117-054D-E599-D80D-EFF2EE4A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737148" cy="2129586"/>
          </a:xfrm>
          <a:noFill/>
        </p:spPr>
        <p:txBody>
          <a:bodyPr>
            <a:normAutofit/>
          </a:bodyPr>
          <a:lstStyle/>
          <a:p>
            <a:r>
              <a:rPr lang="pt-BR" sz="4800" b="1" dirty="0" err="1">
                <a:solidFill>
                  <a:schemeClr val="bg1"/>
                </a:solidFill>
              </a:rPr>
              <a:t>Integration</a:t>
            </a:r>
            <a:r>
              <a:rPr lang="pt-BR" sz="4800" b="1" dirty="0">
                <a:solidFill>
                  <a:schemeClr val="bg1"/>
                </a:solidFill>
              </a:rPr>
              <a:t> </a:t>
            </a:r>
            <a:r>
              <a:rPr lang="pt-BR" sz="4800" b="1" dirty="0" err="1">
                <a:solidFill>
                  <a:schemeClr val="bg1"/>
                </a:solidFill>
              </a:rPr>
              <a:t>Flows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7CF4C552-0D2B-BB8F-4EF1-C3A89D3FB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buNone/>
            </a:pPr>
            <a:endParaRPr lang="en-US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Examples of robust integration flows with subprocesses, exception subprocesses,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ProcessDirect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, HTTP, Open Connectors, and Advanced Event Mesh calls.</a:t>
            </a: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99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D4428-C82E-A6C7-4107-971122C6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E944828-D760-A480-BCF4-C4998CB1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963" y="4105272"/>
            <a:ext cx="4491043" cy="2031394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Join Open APIs</a:t>
            </a: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16B255DE-2E58-2C92-47CC-C6E6F7531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159" y="4038037"/>
            <a:ext cx="5017030" cy="2087426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2400" kern="1200" dirty="0">
                <a:solidFill>
                  <a:schemeClr val="bg1"/>
                </a:solidFill>
                <a:ea typeface="+mn-lt"/>
                <a:cs typeface="+mn-lt"/>
              </a:rPr>
              <a:t>Examples 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of combining </a:t>
            </a:r>
            <a:r>
              <a:rPr lang="en-US" sz="2400" kern="1200" dirty="0">
                <a:solidFill>
                  <a:schemeClr val="bg1"/>
                </a:solidFill>
                <a:ea typeface="+mn-lt"/>
                <a:cs typeface="+mn-lt"/>
              </a:rPr>
              <a:t>Open APIs from </a:t>
            </a:r>
            <a:r>
              <a:rPr lang="en-US" sz="2400" kern="1200" dirty="0" err="1">
                <a:solidFill>
                  <a:schemeClr val="bg1"/>
                </a:solidFill>
                <a:ea typeface="+mn-lt"/>
                <a:cs typeface="+mn-lt"/>
              </a:rPr>
              <a:t>MockAPI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kern="1200" dirty="0">
                <a:solidFill>
                  <a:schemeClr val="bg1"/>
                </a:solidFill>
                <a:ea typeface="+mn-lt"/>
                <a:cs typeface="+mn-lt"/>
              </a:rPr>
              <a:t>and API Ninjas into a 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single response</a:t>
            </a:r>
            <a:r>
              <a:rPr lang="en-US" sz="2400" kern="12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488E53-F2A1-01D8-8342-195839D8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32" y="617779"/>
            <a:ext cx="9263118" cy="3265248"/>
          </a:xfrm>
          <a:prstGeom prst="rect">
            <a:avLst/>
          </a:prstGeom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696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A4D3B-7A6F-9A71-4E21-AAEF544A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8F380E30-B0C5-178F-19CA-9C77CFFF7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87" r="1" b="17960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4CAFB49-D868-3E9E-0984-4838E6AA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6137882" cy="2129586"/>
          </a:xfrm>
          <a:noFill/>
        </p:spPr>
        <p:txBody>
          <a:bodyPr>
            <a:normAutofit/>
          </a:bodyPr>
          <a:lstStyle/>
          <a:p>
            <a:r>
              <a:rPr lang="pt-BR" sz="4800" b="1" dirty="0" err="1">
                <a:solidFill>
                  <a:schemeClr val="bg1"/>
                </a:solidFill>
              </a:rPr>
              <a:t>Postman</a:t>
            </a:r>
            <a:r>
              <a:rPr lang="pt-BR" sz="4800" b="1" dirty="0">
                <a:solidFill>
                  <a:schemeClr val="bg1"/>
                </a:solidFill>
              </a:rPr>
              <a:t>: </a:t>
            </a:r>
            <a:r>
              <a:rPr lang="pt-BR" sz="4800" b="1" dirty="0" err="1">
                <a:solidFill>
                  <a:schemeClr val="bg1"/>
                </a:solidFill>
              </a:rPr>
              <a:t>Mock</a:t>
            </a:r>
            <a:r>
              <a:rPr lang="pt-BR" sz="4800" b="1" dirty="0">
                <a:solidFill>
                  <a:schemeClr val="bg1"/>
                </a:solidFill>
              </a:rPr>
              <a:t> Server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CBACC6B5-AAC6-4C34-DDE5-600835DDB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640" y="4118995"/>
            <a:ext cx="3074339" cy="206236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buNone/>
            </a:pP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How to use a mock server in 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Postman to create an error log.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648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Apresentação do PowerPoint</vt:lpstr>
      <vt:lpstr>Advanced Event Mesh</vt:lpstr>
      <vt:lpstr>Open Connectors</vt:lpstr>
      <vt:lpstr>Integration Flows</vt:lpstr>
      <vt:lpstr>Join Open APIs</vt:lpstr>
      <vt:lpstr>Postman: Mock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144</cp:revision>
  <dcterms:created xsi:type="dcterms:W3CDTF">2026-10-09T11:49:20Z</dcterms:created>
  <dcterms:modified xsi:type="dcterms:W3CDTF">2026-10-09T12:35:19Z</dcterms:modified>
</cp:coreProperties>
</file>